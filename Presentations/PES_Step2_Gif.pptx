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0FBA8-E1EC-304D-BDC7-1EC8B3D97E81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3A4AB-422C-774A-BBAE-0D80FAB7D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46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CAFA-BCCD-B1AD-7321-7A727772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D4575-E35C-49CE-F3AF-2CF17838F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D4595-EAC5-C845-0B90-6D5658F5B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3A6F1-B9AE-5DCE-1C67-71E16D885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94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7FED-20AC-B4A7-CB60-176E9F06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3C5CC-65A9-A0D4-B29B-CD50AEFC7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5DCE1-5B68-D0CE-A90F-AA7F618CB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97C26-ACC7-F2CE-F347-99152C62B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01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CA2B3-EBDA-E10B-6685-06DEB780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045F7-EF7A-352D-C36B-58C368FD6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35C9C-3B82-4E06-9670-421438CFE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D2597-F364-6273-384A-6C7806BAA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00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603C-EBF0-231E-40E4-7E66357E6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D069E-EB89-13BC-8F07-376A48575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F0CE7-1273-1B71-9C7A-541C14E90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76F42-D769-5CEC-3174-2575AE53D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02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F267-76FA-4CF5-39C5-AE659472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99498-646E-A8C2-8A5F-C6362F169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B12EB-3CD7-ABA9-75DD-851A758C7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95623-9CA1-E35F-7086-639090788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61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5BEEE-9899-E0FC-D1B2-631B3523E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F4BD4-8B63-F207-0E4F-9977BBCD8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905DB-4B5E-4585-D7E5-9C741C88A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26A61-2DBB-DE9D-F415-F3C14B76E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41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8B74D-42A8-7633-BF65-5E2E09DB5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6CCA2-B3E8-BB40-A67E-9B104920A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242AA-B028-4C57-D7B0-8D8963705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68D11-E919-BFD2-089F-BED56177D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42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F2E2-F980-E3CC-78CE-7EACA69D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94EDA-838B-1863-8D35-5F733ED5C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228E4-13EA-8F9A-1AE6-E9C1DD69D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76CBB-B129-97A3-C4FB-2719F6C3C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5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5C70-6538-68B9-E762-6CCFB2D8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6EC65-9AC9-DC81-1B57-68B06E755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82053-7B12-0EF5-CA5E-3007ED53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8B1F7-755F-B8DF-974C-FD46F4D3C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41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E105-EC71-858E-0AFD-CB5BD933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CD599-A7FA-8BA1-F87F-177CE6ACE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26CB6-4357-9317-2394-F19B2484D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50FE7-935A-FE64-AAE8-E33BF1576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58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AC3E-CCCE-4D47-6ADD-7E66C8CA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74883-9572-47EB-3C4D-082CF9BCA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9F175-95C8-3812-D183-43169A79C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EDE6E-215C-805F-20AB-2604D0F2E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8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D6E70-041E-917F-FD13-18DA6CC2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49537-CEC9-F3E4-745B-280C966D8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95AD6-A533-6A87-2BB6-01C6ACB10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2D38F-8CE7-5DA2-F84E-011CA2B45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50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9723-11D2-0508-D778-754DA128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E66A1-4046-3745-94B8-41576D71C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40A30-C902-D0FA-8C2E-CF2B9D203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F59EA-7982-7189-9973-F153468EA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02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1F97-8E9A-E2E2-0266-508212D0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478DE-2BC8-ED33-B077-F2BEE1E0F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80CB4-2251-F5D9-D573-D73F83995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97B82-0EB0-D6EF-5725-6030F1043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20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7B79-C2E9-79A5-C4EB-91D4AC1E9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E8FC9-EF4F-F7A6-1546-A911BCDF5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5108D-FF1B-E05E-464D-E0D40F0C0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F8111-83D7-AE2B-F6C1-B28D92B61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23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FE32-2070-D243-6320-29F627BE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A15B9-667C-38A7-2209-77FA5A217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FD95C-AE4A-4426-800E-0E50D6AE2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C2863-CCFB-D5D8-F8D8-21324CA87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40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E3D9-D665-5EAC-BC69-D1785D07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8DC25-694B-2373-D848-6CEF92F29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9F53A-66F8-0D71-2DF8-4313B6EE8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D9494-203E-7B4E-628F-7261EE273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3A4AB-422C-774A-BBAE-0D80FAB7D2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7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9E6B-6DD6-F036-AB39-7A18BCFEB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A4BE7-C3EE-BA2E-D8F4-DC8046A02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6F39E-5692-7621-959A-6758DBAB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AE56C-B561-A413-E935-F2DEE0B6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A5FB8-E67C-C905-8583-B14BAAD2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29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0D79-37D6-D522-D0BC-36C01248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81924-0CE5-EDC9-B871-7D9DF26E2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FA435-A4A3-1815-F310-DDFE877A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AD5AB-6ADF-296B-FCA1-C8C1219F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67EAD-4F97-13BF-FA60-F81659F8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6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D50E-9320-3A12-5A1A-E467688F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B9C0F-3F26-F2F7-3777-D55F71E4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50D13-BA45-1A88-A254-31C1BF57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03DC-8867-3404-194B-28243352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9882E-361B-5ABC-864F-24E42D95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3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F0AD-CCC4-F405-D710-98AA1F33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0FC8A-F651-0447-71F9-12C8B3125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69E12-7699-B6A6-0CFB-5272146F5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5B47D-7ECA-B19A-4AAE-BB19EA93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2E03B-8BB9-AC47-D0FC-90DF07AB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58E07-3D02-51C7-05B9-7BD29700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7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40E3-F203-68E6-8949-043BB957F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6FE63-78E4-ECFB-198D-913093327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57740-5160-FC02-786F-C2B8D3B41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47C4C-7D3C-D37B-31DF-C70ABE6FB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FA1C1-6C12-50E3-00ED-75FF3D928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C24A7-FD98-02B7-51EA-CA884F02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B3C13-703E-2959-2A4B-72BAB631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25B29-E5F7-D8F2-7CCB-76066BA4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4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3A9C-F71D-43E1-395E-2BE920C0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1DBC6-0C74-E948-46EF-02385442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4C151-CB19-D343-B7BC-C8FEF30B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EF8DD-B175-2979-BA05-9664AE73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9DDE6-4DAA-387B-91B5-7C4ADEB2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C5A93-E6B8-8C8A-35CE-2DAE3AD2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4127F-1ED0-02B0-4705-F95297AF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4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F08B-3D2C-4A4B-8B9A-DED2C102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C7D3-0E19-0C70-3F61-80E0105D4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490F1-FF63-06F4-BB2E-FD9D71D1B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DBC3A-E2B3-3790-E38A-0A7A8A23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706B4-7688-5E98-11F6-F57CC70C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33B57-303F-F1F0-B0CF-24787CA0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CF4B-8E1C-25CD-3638-3A595C1F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3E76C-3A5B-F53A-B073-E08EA8DBC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7B2FD-C0C2-2149-1AA6-91066DA99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A9B90-1A5F-C9E3-8A97-ADA8298B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7D267-E5CB-C3D5-17F8-B29A69C9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E0ABE-1C8B-1EF9-5954-1CFD7D85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6991-CCAF-01F0-B74A-B9B6EA85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47786-A677-A4A2-B772-92F36D544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74F23-3B87-EF40-F788-66F9048F9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70433-22C9-67CC-11BE-DC22EE7A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15946-E644-392B-E0CE-5B7D4585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6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7E413-6AA3-B56C-C649-92D283A9B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EDEDC-046F-805B-6325-59199E663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B928A-E733-966D-FD6C-77A2352B4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B7D8D-3FBC-8F7F-1F3D-1847499E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9DB2A-C609-E31B-48F6-7A0B30B8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D3715-49F4-9DA4-CF5A-5F32B720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9A61A-03DA-B5F4-F1AA-A5F5FD99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5DE2E-2907-05C5-45AF-E3E8BC6CC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5E202-19ED-AE41-B763-D97B66E0CF3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3B723-2DE1-A884-9E48-70AD3E5F4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66A7B-9F64-C4BD-7D66-56C63A5C4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5A7F9-A130-5849-A778-94F1210C3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9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65CA-2761-38BA-60C5-2E1249D5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7C971D6E-9B9D-73BB-DCE9-09E48FB96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950565A-DE8E-C2B4-6538-FCD280C18FF6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2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1AF5-8788-99EC-745F-152B817E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3675EC12-AF59-FBE4-F4E2-8491CB20B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0837D4E-21FB-1255-DF3D-4036370A817D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1ECA33F-13B6-F111-F70F-41414827F825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05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CF7D0-70C3-6165-6F78-763162C5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A0752ECE-AA45-16E0-1692-4641ED1B3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7C51232-F22D-622C-9500-B6D465833903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6ABE75-CE93-3482-607E-59BB68A818DF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F3ED0E-D662-5D51-8215-2AB45D6C6221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8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FBDF3-900A-9284-EC63-316E019F5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D32ACA34-2661-6737-1EBF-5FFE80DE7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769FC31-9FE6-4441-330B-C349B55A8416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A0A0D9-3607-E913-03E0-E9098E807658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32A5BE-CF5F-670B-738C-0D187460B3E7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1F6534-C779-1648-2526-4CB67E42D45F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69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C756D-D1F9-B8F2-A668-AE292F4F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3068E353-68E3-719E-865A-29D9D1322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8F8DDB4-5580-CBCC-7D34-3C8BCF10E4E3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7CCFD7-CCFC-FE30-19D5-3AA0E264AAB3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92BEF4-1201-B5CE-2988-5DD948DC6299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DCEDF9-4F1C-35D5-85BC-6B6C30661975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8AD008-44BD-B1B8-6391-C9FF6C1B34EA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6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4BB6-D455-DA31-C5C4-9E118003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880C3652-322D-C9F2-7077-2F1223B5C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8764FCC-6130-34B3-BF92-84EE84247C56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D8CA66-33A9-F70B-3E8F-1D779CDEAE93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51D9C7-7A85-45C4-CFCF-88C4E090E4A0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C34E89-CB75-5313-7636-1F8399A28F32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BC0550-8CD6-C439-D21A-6D183434E34E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944000-A54B-D213-17C9-521E0AC3AB8D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84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3AF04-B67D-2384-57FF-69F360B4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2EA71FF2-1AD9-86D6-D8CD-53ECDFA37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EE76333-308F-816D-BC77-53930D38EB03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3D1557-F8EC-C580-5DFB-AE584FF2AAF1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60B23F-DD4A-6AD5-8F3F-6FF9AAB98434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092B1B-EBF0-9FB0-D955-0AFCA2ABBB6F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4AF34F-1E23-7B14-E875-F0B690C55D97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82F827-025B-9C24-1FBC-C536A39E3E20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53AC15-5453-EEC4-2246-EC31E8CB54C6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61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3A27-227C-5D81-478D-151978CB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A1D55EC9-672D-D19F-64A3-F791265AA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56F876B-C0D1-C2D2-9D99-3E0378C13F51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D0D804-8D4B-827A-3E83-44BD1F44B0B6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AE60F9-890A-2580-3B37-7FEF11C42983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BA1941-C00C-6F50-5278-2229A07016AE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6FDBC9-1618-4067-DFB2-6150D0D35C74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8CD2DF-0199-CD60-B318-4D00B7D7254D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F14918-D0ED-B3A0-DF45-49E9E7498D11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4F285C-C365-1CB4-FB38-FF58B76F7FFB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8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8AB46-1D26-7DE9-773B-F70ED8AC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91985EB3-2946-5888-6DF2-F0B8AC180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9D3E2C1-8778-9706-7E13-96E2B1D55D8D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B068E4-A328-46A6-7162-6F03F438C208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CD7371-5BAC-A932-73FF-5083DBB419E9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430B95-2B92-BA2E-139A-2B8A0B66A16C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6D6362-6012-521B-23F2-350431A7736A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048442-BC41-4725-05C4-21D6D849E2D5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676046-7BA2-76E9-B25E-98E2A5DBFE9C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EABC0C-D9D3-DD08-CA5D-8092CD5B0EB5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80B183-F856-9B96-E0FF-9BE1AB71C9F2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37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A7A4-82A8-C18A-4E1F-5C69F090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B94AABE6-5336-59AA-8353-7F09E0D87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BE90D7B-C958-9E40-878D-83FD8A89F585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CF3CA1-7F37-DA81-46C1-D4AB6FD034E7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E02692-3D87-27A9-2975-17C80C172F4B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343525-75FF-A9D8-9814-E82E2BF426B7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68D3D8-80BF-4F4D-E970-A87CEE27D2FE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8D79E7-A772-8620-CA9E-3F6980B17533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55B6B8-8DE5-57BA-74B4-FA0DDC4454A5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827441-2F5B-D9BD-551A-2AEE85796F47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6BF79C-C21A-F6A1-4F90-EAF807F57835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E7B8C8-4D56-9953-2FDA-A02931AFC9D4}"/>
              </a:ext>
            </a:extLst>
          </p:cNvPr>
          <p:cNvSpPr/>
          <p:nvPr/>
        </p:nvSpPr>
        <p:spPr>
          <a:xfrm>
            <a:off x="6883923" y="2906994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8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28EE-AD63-BE48-BF56-016B891D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6AD3DB88-B89C-F5F8-803A-2861F80B1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7E560A6-5282-C1A6-35FF-B9A885E2A8B2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38F2A7-2F62-101A-4870-C7D233633D80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8FB5BD-1310-B516-F4F0-84BE83313E8E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218BB-7433-BFBF-BD08-34FCB587EC0F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A39092-F878-6317-6A25-93F0B770DCB2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742BFE-9A49-774B-363F-7EFDD7590599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EFC016-CA2E-DE7A-8E94-01F5CF9AAE6B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D68CD9-0AF5-BE70-4C0B-A4B15A713A19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03A5E2-A288-C31D-DB9B-C09CFEAB9A1E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85446D-5D6E-3D1C-9C54-42ADFA10A8EF}"/>
              </a:ext>
            </a:extLst>
          </p:cNvPr>
          <p:cNvSpPr/>
          <p:nvPr/>
        </p:nvSpPr>
        <p:spPr>
          <a:xfrm>
            <a:off x="6883923" y="2906994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0C635D-0830-F852-129C-181270FD3A39}"/>
              </a:ext>
            </a:extLst>
          </p:cNvPr>
          <p:cNvSpPr/>
          <p:nvPr/>
        </p:nvSpPr>
        <p:spPr>
          <a:xfrm>
            <a:off x="7118407" y="342899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34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8CB0-E1C9-4F6C-91E9-9431BAA0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D6147C39-E6B0-F785-0351-0F22C5B6E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901F920-FD2D-E51C-E7C4-030E66B486C6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9681C0A-4FD2-DF57-14B8-C8B103208BEA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13D7AD-6ED1-893A-7E0B-FA4FCF066DC0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187A4C-B728-833E-83EA-95224682F4BC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8EFEFE-6D5B-3C5C-D7F1-229D4CDA56D8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FF8A88-1B99-1575-62B0-0E14A3C4D96C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B8ACFC-9D52-F463-3537-7DF01942C43D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FB8A6D-6DFB-F8FB-A648-ABA3AE06BB88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9244A6-8148-5DA6-84C8-A06B4B23985C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28486F-2037-9A41-DE87-3B43AD9D31D0}"/>
              </a:ext>
            </a:extLst>
          </p:cNvPr>
          <p:cNvSpPr/>
          <p:nvPr/>
        </p:nvSpPr>
        <p:spPr>
          <a:xfrm>
            <a:off x="6883923" y="2906994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7A732A8-7064-B2C3-3AE8-F69C0272B4C3}"/>
              </a:ext>
            </a:extLst>
          </p:cNvPr>
          <p:cNvSpPr/>
          <p:nvPr/>
        </p:nvSpPr>
        <p:spPr>
          <a:xfrm>
            <a:off x="7118407" y="342899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69E6FF-92C6-B159-9D6A-61D07350D07D}"/>
              </a:ext>
            </a:extLst>
          </p:cNvPr>
          <p:cNvSpPr/>
          <p:nvPr/>
        </p:nvSpPr>
        <p:spPr>
          <a:xfrm>
            <a:off x="7374227" y="400665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4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CAAE-865F-EFEC-89CA-9F5E77E3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3AE2FAA6-E60F-41D2-7454-5FA23B325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C65D409-D6C2-D86A-AED0-CC5560CF16EC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105A8F3-3B93-2A01-6184-032C032F179D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822C94-79C1-FB56-821F-457135E7346F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87B276-BE08-8C81-EFFF-9B8F5BF531FB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A853A0-CFCC-47D9-6974-FDE6EA2B584F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4CFC8A-F5A1-BB86-46B7-FC24B4A436BC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D313EB-00D4-00ED-8409-3CE93C437FEF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CE7F7B-5BCC-0D05-AE5B-1B4A362EB65D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A60E15-AEBE-A534-41F3-67E581E2FCB3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841155-5B25-9DB1-FC4D-A70A8141D150}"/>
              </a:ext>
            </a:extLst>
          </p:cNvPr>
          <p:cNvSpPr/>
          <p:nvPr/>
        </p:nvSpPr>
        <p:spPr>
          <a:xfrm>
            <a:off x="6883923" y="2906994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314B46-29FB-1DFA-3193-B543CBA50AB8}"/>
              </a:ext>
            </a:extLst>
          </p:cNvPr>
          <p:cNvSpPr/>
          <p:nvPr/>
        </p:nvSpPr>
        <p:spPr>
          <a:xfrm>
            <a:off x="7118407" y="342899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7B8A694-389C-16D4-A117-7E4856901B97}"/>
              </a:ext>
            </a:extLst>
          </p:cNvPr>
          <p:cNvSpPr/>
          <p:nvPr/>
        </p:nvSpPr>
        <p:spPr>
          <a:xfrm>
            <a:off x="7374227" y="400665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F0B5CE9-2505-C196-1CBE-EDEEEE532FD0}"/>
              </a:ext>
            </a:extLst>
          </p:cNvPr>
          <p:cNvSpPr/>
          <p:nvPr/>
        </p:nvSpPr>
        <p:spPr>
          <a:xfrm>
            <a:off x="7654804" y="451004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27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62AE-3F26-7581-6721-DFD13D83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49639744-04BA-A9CE-6446-4CE912570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EC096F1-4CB0-07E9-6512-12AB3AC99B8F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509C47-EC32-2659-655B-00C917B572C8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79D211-B8D2-BA64-09A0-775D03634AB5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3917AC-2AFD-F61D-FF57-952024195ADA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B10651-08FB-91AA-BD72-8E0A6155528A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D878C9-9A31-1B49-8506-074C150E892A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17694C-0D9F-9FD8-9B0A-6D2B7E5D93D6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9F4D02-E68D-B7A1-3632-91A41C709454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2652D6F-647F-47BD-1C45-985BAF80FCEB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50D851-1D81-90A6-8981-6904286B51E1}"/>
              </a:ext>
            </a:extLst>
          </p:cNvPr>
          <p:cNvSpPr/>
          <p:nvPr/>
        </p:nvSpPr>
        <p:spPr>
          <a:xfrm>
            <a:off x="6883923" y="2906994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57B5699-D7F7-6008-1819-43DB60348556}"/>
              </a:ext>
            </a:extLst>
          </p:cNvPr>
          <p:cNvSpPr/>
          <p:nvPr/>
        </p:nvSpPr>
        <p:spPr>
          <a:xfrm>
            <a:off x="7118407" y="342899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0477D1-6809-AB11-E95D-2AEA9758272B}"/>
              </a:ext>
            </a:extLst>
          </p:cNvPr>
          <p:cNvSpPr/>
          <p:nvPr/>
        </p:nvSpPr>
        <p:spPr>
          <a:xfrm>
            <a:off x="7374227" y="400665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C4846FA-8DED-EAF5-1315-52F8507FFEED}"/>
              </a:ext>
            </a:extLst>
          </p:cNvPr>
          <p:cNvSpPr/>
          <p:nvPr/>
        </p:nvSpPr>
        <p:spPr>
          <a:xfrm>
            <a:off x="7654804" y="451004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832AC7C-21A8-0A14-0EAC-6C051E8A31ED}"/>
              </a:ext>
            </a:extLst>
          </p:cNvPr>
          <p:cNvSpPr/>
          <p:nvPr/>
        </p:nvSpPr>
        <p:spPr>
          <a:xfrm>
            <a:off x="7976643" y="502993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0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3C34-C983-1F8A-1986-F1B7FCF1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B86701E6-4E44-3DF2-E3CF-CE40A5A07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38CD69E-CB67-991B-D2F1-363148196899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08FCB8-5C94-534D-8F23-6E88FA3DE5B2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AB3BF9-DB33-FA47-F629-A912944583CB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4FF406-D36C-53B3-6B97-A238A53D2DD2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87F38A-44B7-E86D-8BF9-DF55EC38099B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D1E5E7-B749-205E-7B30-6ED04F438B47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0DCB89-6675-BD1B-5BC7-747D9864C161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A06AE2-82E6-78D9-2824-D3C3A5392EDF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6A9359-113D-7F98-0361-6B063627B7A1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A71DE0-1111-BAFF-26C1-ABE06BEF24FE}"/>
              </a:ext>
            </a:extLst>
          </p:cNvPr>
          <p:cNvSpPr/>
          <p:nvPr/>
        </p:nvSpPr>
        <p:spPr>
          <a:xfrm>
            <a:off x="6883923" y="2906994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C36F327-813D-1AB2-BA7E-5572B4276B91}"/>
              </a:ext>
            </a:extLst>
          </p:cNvPr>
          <p:cNvSpPr/>
          <p:nvPr/>
        </p:nvSpPr>
        <p:spPr>
          <a:xfrm>
            <a:off x="7118407" y="342899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4900C9-1E41-0021-89E9-6FA33C1A580A}"/>
              </a:ext>
            </a:extLst>
          </p:cNvPr>
          <p:cNvSpPr/>
          <p:nvPr/>
        </p:nvSpPr>
        <p:spPr>
          <a:xfrm>
            <a:off x="7374227" y="400665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71DA17-C0E3-C14C-59EE-F4BF7B00B459}"/>
              </a:ext>
            </a:extLst>
          </p:cNvPr>
          <p:cNvSpPr/>
          <p:nvPr/>
        </p:nvSpPr>
        <p:spPr>
          <a:xfrm>
            <a:off x="7654804" y="451004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7A55B47-5AEF-DF36-2E70-18277C8E4F0D}"/>
              </a:ext>
            </a:extLst>
          </p:cNvPr>
          <p:cNvSpPr/>
          <p:nvPr/>
        </p:nvSpPr>
        <p:spPr>
          <a:xfrm>
            <a:off x="7976643" y="502993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0098DE6-F516-03DD-45B2-76FA28171707}"/>
              </a:ext>
            </a:extLst>
          </p:cNvPr>
          <p:cNvSpPr/>
          <p:nvPr/>
        </p:nvSpPr>
        <p:spPr>
          <a:xfrm>
            <a:off x="8422265" y="5475561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1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8A0E-8BDB-4938-8B47-F8291BD1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159B59DB-5910-0EEB-8415-27ADBB455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F5A590B-C6ED-D8E8-C2A8-FDDCF9705BD8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E01999-A8A0-094C-CB4C-6D055BB64901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5F7D71-026C-72A6-A760-A6D7A8A67995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B5C09E-FC82-5C7C-452F-F81F2AA4B6BE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D5BC3F-D775-BE7F-63BA-5392BCCC6241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CDE381-BA98-A1E2-7F95-FAEE6AC6E569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15907F5-C173-07E7-311B-45C8678C1A89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5FE555-81CF-DF14-4D08-ED59A34DB116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272BA4-5D5B-E52E-A70B-5E2BF01DC642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95767F-707B-07C6-5A20-0EEC3A47E211}"/>
              </a:ext>
            </a:extLst>
          </p:cNvPr>
          <p:cNvSpPr/>
          <p:nvPr/>
        </p:nvSpPr>
        <p:spPr>
          <a:xfrm>
            <a:off x="6883923" y="2906994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956FC9-513C-5D6F-1B6D-07F0434E110E}"/>
              </a:ext>
            </a:extLst>
          </p:cNvPr>
          <p:cNvSpPr/>
          <p:nvPr/>
        </p:nvSpPr>
        <p:spPr>
          <a:xfrm>
            <a:off x="7118407" y="342899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006046-8B1A-A94A-7CB6-B2607798D6BF}"/>
              </a:ext>
            </a:extLst>
          </p:cNvPr>
          <p:cNvSpPr/>
          <p:nvPr/>
        </p:nvSpPr>
        <p:spPr>
          <a:xfrm>
            <a:off x="7374227" y="400665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6FE288-07AC-197F-51A4-38E944A0BDF5}"/>
              </a:ext>
            </a:extLst>
          </p:cNvPr>
          <p:cNvSpPr/>
          <p:nvPr/>
        </p:nvSpPr>
        <p:spPr>
          <a:xfrm>
            <a:off x="7654804" y="451004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C2DC4F-BEEE-8510-CBA4-E358F49FAA67}"/>
              </a:ext>
            </a:extLst>
          </p:cNvPr>
          <p:cNvSpPr/>
          <p:nvPr/>
        </p:nvSpPr>
        <p:spPr>
          <a:xfrm>
            <a:off x="7976643" y="502993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E38F32-B3FE-EA63-0AC7-17E736D866C5}"/>
              </a:ext>
            </a:extLst>
          </p:cNvPr>
          <p:cNvSpPr/>
          <p:nvPr/>
        </p:nvSpPr>
        <p:spPr>
          <a:xfrm>
            <a:off x="8422265" y="5475561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86D9658-2FB5-7869-7A05-31E3AEBE91EC}"/>
              </a:ext>
            </a:extLst>
          </p:cNvPr>
          <p:cNvSpPr/>
          <p:nvPr/>
        </p:nvSpPr>
        <p:spPr>
          <a:xfrm>
            <a:off x="8950411" y="587992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98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1DB4-8185-3F8C-9B90-4DB8510E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72421498-75F5-A265-6F04-484556F08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7" y="11279"/>
            <a:ext cx="10994065" cy="6835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3F3E1E4-8F0B-40BA-E3E4-0998CD9C2B5D}"/>
              </a:ext>
            </a:extLst>
          </p:cNvPr>
          <p:cNvSpPr/>
          <p:nvPr/>
        </p:nvSpPr>
        <p:spPr>
          <a:xfrm>
            <a:off x="3627548" y="347851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33CE60-9CC4-EA70-E781-B1981908630C}"/>
              </a:ext>
            </a:extLst>
          </p:cNvPr>
          <p:cNvSpPr/>
          <p:nvPr/>
        </p:nvSpPr>
        <p:spPr>
          <a:xfrm>
            <a:off x="4205206" y="307781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32C972-0FDD-0DE3-991D-BF4C908963AE}"/>
              </a:ext>
            </a:extLst>
          </p:cNvPr>
          <p:cNvSpPr/>
          <p:nvPr/>
        </p:nvSpPr>
        <p:spPr>
          <a:xfrm>
            <a:off x="4548380" y="24266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85CCC6-BD32-2CD1-7C71-2EFC7D177637}"/>
              </a:ext>
            </a:extLst>
          </p:cNvPr>
          <p:cNvSpPr/>
          <p:nvPr/>
        </p:nvSpPr>
        <p:spPr>
          <a:xfrm>
            <a:off x="4863374" y="1775460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3510B6-BA3E-717A-4218-9A8DA7EB4690}"/>
              </a:ext>
            </a:extLst>
          </p:cNvPr>
          <p:cNvSpPr/>
          <p:nvPr/>
        </p:nvSpPr>
        <p:spPr>
          <a:xfrm>
            <a:off x="5146767" y="125420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A6E8C8-A8D1-DC0B-8D98-4ECA72F07ABE}"/>
              </a:ext>
            </a:extLst>
          </p:cNvPr>
          <p:cNvSpPr/>
          <p:nvPr/>
        </p:nvSpPr>
        <p:spPr>
          <a:xfrm>
            <a:off x="5582727" y="1028483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9B169B-EEB7-AC49-DC65-441360C6BC00}"/>
              </a:ext>
            </a:extLst>
          </p:cNvPr>
          <p:cNvSpPr/>
          <p:nvPr/>
        </p:nvSpPr>
        <p:spPr>
          <a:xfrm>
            <a:off x="6036602" y="123478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4FA6EC-AEBF-6E86-0BE0-58247B622FED}"/>
              </a:ext>
            </a:extLst>
          </p:cNvPr>
          <p:cNvSpPr/>
          <p:nvPr/>
        </p:nvSpPr>
        <p:spPr>
          <a:xfrm>
            <a:off x="6358440" y="175468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EBA8F6-78C7-0B13-5F8A-76FB5069A976}"/>
              </a:ext>
            </a:extLst>
          </p:cNvPr>
          <p:cNvSpPr/>
          <p:nvPr/>
        </p:nvSpPr>
        <p:spPr>
          <a:xfrm>
            <a:off x="6643128" y="233083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3447336-4CF3-D7BC-EF64-CA73685C5A4C}"/>
              </a:ext>
            </a:extLst>
          </p:cNvPr>
          <p:cNvSpPr/>
          <p:nvPr/>
        </p:nvSpPr>
        <p:spPr>
          <a:xfrm>
            <a:off x="6883923" y="2906994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36B36A-0DA2-32F9-345A-EF5DC875FEDC}"/>
              </a:ext>
            </a:extLst>
          </p:cNvPr>
          <p:cNvSpPr/>
          <p:nvPr/>
        </p:nvSpPr>
        <p:spPr>
          <a:xfrm>
            <a:off x="7118407" y="3428998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EEEFB0-DB9D-8C1A-DDCE-BEA498661C1E}"/>
              </a:ext>
            </a:extLst>
          </p:cNvPr>
          <p:cNvSpPr/>
          <p:nvPr/>
        </p:nvSpPr>
        <p:spPr>
          <a:xfrm>
            <a:off x="7374227" y="4006657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F45CEE-FEA5-83D7-F833-A67B4AEB4313}"/>
              </a:ext>
            </a:extLst>
          </p:cNvPr>
          <p:cNvSpPr/>
          <p:nvPr/>
        </p:nvSpPr>
        <p:spPr>
          <a:xfrm>
            <a:off x="7654804" y="4510046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85F76BA-B9A6-0C33-CE5B-37729C211A14}"/>
              </a:ext>
            </a:extLst>
          </p:cNvPr>
          <p:cNvSpPr/>
          <p:nvPr/>
        </p:nvSpPr>
        <p:spPr>
          <a:xfrm>
            <a:off x="7976643" y="5029939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BDE0917-758A-E58E-4839-91F2D421B324}"/>
              </a:ext>
            </a:extLst>
          </p:cNvPr>
          <p:cNvSpPr/>
          <p:nvPr/>
        </p:nvSpPr>
        <p:spPr>
          <a:xfrm>
            <a:off x="8422265" y="5475561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7EDE5C2-E8D6-AB92-6520-BB109A2B05A3}"/>
              </a:ext>
            </a:extLst>
          </p:cNvPr>
          <p:cNvSpPr/>
          <p:nvPr/>
        </p:nvSpPr>
        <p:spPr>
          <a:xfrm>
            <a:off x="8950411" y="5879922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F04D16-7E7B-499B-37C3-B2422ED3443A}"/>
              </a:ext>
            </a:extLst>
          </p:cNvPr>
          <p:cNvSpPr/>
          <p:nvPr/>
        </p:nvSpPr>
        <p:spPr>
          <a:xfrm>
            <a:off x="9627097" y="6036715"/>
            <a:ext cx="386447" cy="4006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8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</Words>
  <Application>Microsoft Macintosh PowerPoint</Application>
  <PresentationFormat>Widescreen</PresentationFormat>
  <Paragraphs>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Geoffrey Weal</dc:creator>
  <cp:lastModifiedBy>Geoffrey Weal</cp:lastModifiedBy>
  <cp:revision>2</cp:revision>
  <dcterms:created xsi:type="dcterms:W3CDTF">2026-07-07T00:52:24Z</dcterms:created>
  <dcterms:modified xsi:type="dcterms:W3CDTF">2026-07-07T02:02:57Z</dcterms:modified>
</cp:coreProperties>
</file>